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problem, importance, and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real-world importance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dataset suitability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preprocessing pipeline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ML best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convolution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optimisation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generalisation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convergence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misclassification patterns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critical insight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insights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confidently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CNN layers and feature extraction.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MobileNetV2 feature extractor and classification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Object Recognition (Track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+ Transfer Learning</a:t>
            </a:r>
          </a:p>
          <a:p>
            <a:r>
              <a:t>CIFAR-10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AI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driving</a:t>
            </a:r>
          </a:p>
          <a:p>
            <a:r>
              <a:t>Face recognition</a:t>
            </a:r>
          </a:p>
          <a:p>
            <a:r>
              <a:t>Surveillance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60k images</a:t>
            </a:r>
          </a:p>
          <a:p>
            <a:r>
              <a:t>32x32</a:t>
            </a:r>
          </a:p>
          <a:p>
            <a:r>
              <a:t>10 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dataset</a:t>
            </a:r>
          </a:p>
          <a:p>
            <a:r>
              <a:t>Normalise</a:t>
            </a:r>
          </a:p>
          <a:p>
            <a:r>
              <a:t>Augment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Validation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Prevents overfitting</a:t>
            </a:r>
          </a:p>
          <a:p>
            <a:r>
              <a:t>Guides tuning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extraction</a:t>
            </a:r>
          </a:p>
          <a:p>
            <a:r>
              <a:t>Hierarchical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MobileNetV2</a:t>
            </a:r>
          </a:p>
          <a:p>
            <a:r>
              <a:t>Pretrained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Adam optimiser</a:t>
            </a:r>
          </a:p>
          <a:p>
            <a:r>
              <a:t>Early stopping</a:t>
            </a:r>
          </a:p>
          <a:p>
            <a:r>
              <a:t>LR scheduling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~80%</a:t>
            </a:r>
          </a:p>
          <a:p>
            <a:r>
              <a:t>Validation ~74%</a:t>
            </a:r>
          </a:p>
          <a:p>
            <a:r>
              <a:t>Test ~75%</a:t>
            </a:r>
          </a:p>
        </p:txBody>
      </p:sp>
      <p:pic>
        <p:nvPicPr>
          <p:cNvPr id="4" name="Picture 3" descr="top_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Loss decreases steadily</a:t>
            </a:r>
          </a:p>
        </p:txBody>
      </p:sp>
      <p:pic>
        <p:nvPicPr>
          <p:cNvPr id="4" name="Picture 3" descr="top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vs weak classes</a:t>
            </a:r>
          </a:p>
        </p:txBody>
      </p:sp>
      <p:pic>
        <p:nvPicPr>
          <p:cNvPr id="4" name="Picture 3" descr="top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 risk</a:t>
            </a:r>
          </a:p>
          <a:p>
            <a:r>
              <a:t>Small image challenge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Across Tracks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strongest</a:t>
            </a:r>
          </a:p>
          <a:p>
            <a:r>
              <a:t>Classical weaker</a:t>
            </a:r>
          </a:p>
          <a:p>
            <a:r>
              <a:t>Advanced complex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critical</a:t>
            </a:r>
          </a:p>
          <a:p>
            <a:r>
              <a:t>CNN effective</a:t>
            </a:r>
          </a:p>
          <a:p>
            <a:r>
              <a:t>Transfer learning useful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Hyperparameter tuning</a:t>
            </a:r>
          </a:p>
          <a:p>
            <a:r>
              <a:t>Deeper models</a:t>
            </a:r>
          </a:p>
          <a:p>
            <a:r>
              <a:t>Better augmentation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performance</a:t>
            </a:r>
          </a:p>
          <a:p>
            <a:r>
              <a:t>Clear limitations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</a:t>
            </a:r>
          </a:p>
        </p:txBody>
      </p:sp>
      <p:pic>
        <p:nvPicPr>
          <p:cNvPr id="3" name="Picture 2" descr="cn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Learning Architecture</a:t>
            </a:r>
          </a:p>
        </p:txBody>
      </p:sp>
      <p:pic>
        <p:nvPicPr>
          <p:cNvPr id="3" name="Picture 2" descr="t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